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2E74B5"/>
                </a:solidFill>
              </a:defRPr>
            </a:pPr>
            <a:r>
              <a:t>AI Value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1F4E79"/>
                </a:solidFill>
              </a:defRPr>
            </a:pPr>
            <a:r>
              <a:t>Framework for Turning AI Ideas into Business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Context and Use Case</a:t>
            </a:r>
          </a:p>
          <a:p>
            <a:pPr>
              <a:defRPr sz="1800">
                <a:latin typeface="Calibri"/>
              </a:defRPr>
            </a:pPr>
            <a:r>
              <a:t>Business Value Assessment</a:t>
            </a:r>
          </a:p>
          <a:p>
            <a:pPr>
              <a:defRPr sz="1800">
                <a:latin typeface="Calibri"/>
              </a:defRPr>
            </a:pPr>
            <a:r>
              <a:t>Implementation Plan</a:t>
            </a:r>
          </a:p>
          <a:p>
            <a:pPr>
              <a:defRPr sz="1800"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Use Case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Title: Assistant de Triage IA pour les Urgences</a:t>
            </a:r>
          </a:p>
          <a:p>
            <a:pPr>
              <a:defRPr sz="1800">
                <a:latin typeface="Calibri"/>
              </a:defRPr>
            </a:pPr>
            <a:r>
              <a:t>Organization: Centre Hospitalier Universitaire Demo</a:t>
            </a:r>
          </a:p>
          <a:p>
            <a:pPr>
              <a:defRPr sz="1800">
                <a:latin typeface="Calibri"/>
              </a:defRPr>
            </a:pPr>
            <a:r>
              <a:t>Problem: Le processus "Triage et prise en charge initiale aux urgences" crée une friction majeure (Temps d'attente moyen de 4 heures, taux de reprise de 15% dû à des évaluations incomplètes) pour l'équipe concernée.</a:t>
            </a:r>
          </a:p>
          <a:p>
            <a:pPr>
              <a:defRPr sz="1800">
                <a:latin typeface="Calibri"/>
              </a:defRPr>
            </a:pPr>
            <a:r>
              <a:t>Solution: Mettre en place un assistant IA supervisé orienté qualification, recommandation et validation humaine obligatoire.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Business Value Assessment (BVA)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Annual Volume: 1440</a:t>
            </a:r>
          </a:p>
          <a:p>
            <a:pPr>
              <a:defRPr sz="1800">
                <a:latin typeface="Calibri"/>
              </a:defRPr>
            </a:pPr>
            <a:r>
              <a:t>Annual Time Value: 288,000.00 €</a:t>
            </a:r>
          </a:p>
          <a:p>
            <a:pPr>
              <a:defRPr sz="1800">
                <a:latin typeface="Calibri"/>
              </a:defRPr>
            </a:pPr>
            <a:r>
              <a:t>Error Avoidance Value: 72,000.00 €</a:t>
            </a:r>
          </a:p>
          <a:p>
            <a:pPr>
              <a:defRPr sz="1800">
                <a:latin typeface="Calibri"/>
              </a:defRPr>
            </a:pPr>
            <a:r>
              <a:t>Estimated Gross Value: 360,000.00 €</a:t>
            </a:r>
          </a:p>
          <a:p>
            <a:pPr>
              <a:defRPr sz="1800">
                <a:latin typeface="Calibri"/>
              </a:defRPr>
            </a:pPr>
            <a:r>
              <a:t>Estimated Net Value: 240,000.00 €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Phase 1 (Semaines 1-2): Discovery &amp; Design</a:t>
            </a:r>
          </a:p>
          <a:p>
            <a:pPr>
              <a:defRPr sz="1800">
                <a:latin typeface="Calibri"/>
              </a:defRPr>
            </a:pPr>
            <a:r>
              <a:t>Phase 2 (Semaines 3-6): Pilot Build</a:t>
            </a:r>
          </a:p>
          <a:p>
            <a:pPr>
              <a:defRPr sz="1800">
                <a:latin typeface="Calibri"/>
              </a:defRPr>
            </a:pPr>
            <a:r>
              <a:t>Phase 3 (Semaines 7-8): Go/No-Go &amp;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Engage in an AI Value Discovery Sprint</a:t>
            </a:r>
          </a:p>
          <a:p>
            <a:pPr>
              <a:defRPr sz="1800">
                <a:latin typeface="Calibri"/>
              </a:defRPr>
            </a:pPr>
            <a:r>
              <a:t>Prioritize use cases with AI Portfolio &amp; Business Case Assessment</a:t>
            </a:r>
          </a:p>
          <a:p>
            <a:pPr>
              <a:defRPr sz="1800">
                <a:latin typeface="Calibri"/>
              </a:defRPr>
            </a:pPr>
            <a:r>
              <a:t>Activate a pilot with AI Pilot Activation</a:t>
            </a:r>
          </a:p>
          <a:p>
            <a:pPr>
              <a:defRPr sz="1800">
                <a:latin typeface="Calibri"/>
              </a:defRPr>
            </a:pPr>
            <a:r>
              <a:t>Scale successful pilots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
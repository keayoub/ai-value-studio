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4400" b="1">
                <a:solidFill>
                  <a:srgbClr val="2E74B5"/>
                </a:solidFill>
              </a:defRPr>
            </a:pPr>
            <a:r>
              <a:t>AI Value Studio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400">
                <a:solidFill>
                  <a:srgbClr val="1F4E79"/>
                </a:solidFill>
              </a:defRPr>
            </a:pPr>
            <a:r>
              <a:t>Framework for Turning AI Ideas into Business Value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E74B5"/>
                </a:solidFill>
              </a:defRPr>
            </a:pPr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Calibri"/>
              </a:defRPr>
            </a:pPr>
            <a:r>
              <a:t>Context and Use Case</a:t>
            </a:r>
          </a:p>
          <a:p>
            <a:pPr>
              <a:defRPr sz="1800">
                <a:latin typeface="Calibri"/>
              </a:defRPr>
            </a:pPr>
            <a:r>
              <a:t>Business Value Assessment</a:t>
            </a:r>
          </a:p>
          <a:p>
            <a:pPr>
              <a:defRPr sz="1800">
                <a:latin typeface="Calibri"/>
              </a:defRPr>
            </a:pPr>
            <a:r>
              <a:t>Implementation Plan</a:t>
            </a:r>
          </a:p>
          <a:p>
            <a:pPr>
              <a:defRPr sz="1800">
                <a:latin typeface="Calibri"/>
              </a:defRPr>
            </a:pPr>
            <a:r>
              <a:t>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E74B5"/>
                </a:solidFill>
              </a:defRPr>
            </a:pPr>
            <a:r>
              <a:t>Use Case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Calibri"/>
              </a:defRPr>
            </a:pPr>
            <a:r>
              <a:t>Title: Moteur de recommandation personnalisée</a:t>
            </a:r>
          </a:p>
          <a:p>
            <a:pPr>
              <a:defRPr sz="1800">
                <a:latin typeface="Calibri"/>
              </a:defRPr>
            </a:pPr>
            <a:r>
              <a:t>Organization: RetailCo Demo</a:t>
            </a:r>
          </a:p>
          <a:p>
            <a:pPr>
              <a:defRPr sz="1800">
                <a:latin typeface="Calibri"/>
              </a:defRPr>
            </a:pPr>
            <a:r>
              <a:t>Problem: TODO extract from markdown</a:t>
            </a:r>
          </a:p>
          <a:p>
            <a:pPr>
              <a:defRPr sz="1800">
                <a:latin typeface="Calibri"/>
              </a:defRPr>
            </a:pPr>
            <a:r>
              <a:t>Solution: TODO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E74B5"/>
                </a:solidFill>
              </a:defRPr>
            </a:pPr>
            <a:r>
              <a:t>Business Value Assessment (BVA)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Calibri"/>
              </a:defRPr>
            </a:pPr>
            <a:r>
              <a:t>See detailed plan in accompanying document.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E74B5"/>
                </a:solidFill>
              </a:defRPr>
            </a:pPr>
            <a:r>
              <a:t>Implementation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Calibri"/>
              </a:defRPr>
            </a:pPr>
            <a:r>
              <a:t>Phase 1 (Semaines 1-2): Discovery &amp; Design</a:t>
            </a:r>
          </a:p>
          <a:p>
            <a:pPr>
              <a:defRPr sz="1800">
                <a:latin typeface="Calibri"/>
              </a:defRPr>
            </a:pPr>
            <a:r>
              <a:t>Phase 2 (Semaines 3-6): Pilot Build</a:t>
            </a:r>
          </a:p>
          <a:p>
            <a:pPr>
              <a:defRPr sz="1800">
                <a:latin typeface="Calibri"/>
              </a:defRPr>
            </a:pPr>
            <a:r>
              <a:t>Phase 3 (Semaines 7-8): Go/No-Go &amp; Scale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E74B5"/>
                </a:solidFill>
              </a:defRPr>
            </a:pPr>
            <a:r>
              <a:t>Next Steps for Client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Calibri"/>
              </a:defRPr>
            </a:pPr>
            <a:r>
              <a:t>Engage in an AI Value Discovery Sprint</a:t>
            </a:r>
          </a:p>
          <a:p>
            <a:pPr>
              <a:defRPr sz="1800">
                <a:latin typeface="Calibri"/>
              </a:defRPr>
            </a:pPr>
            <a:r>
              <a:t>Prioritize use cases with AI Portfolio &amp; Business Case Assessment</a:t>
            </a:r>
          </a:p>
          <a:p>
            <a:pPr>
              <a:defRPr sz="1800">
                <a:latin typeface="Calibri"/>
              </a:defRPr>
            </a:pPr>
            <a:r>
              <a:t>Activate a pilot with AI Pilot Activation</a:t>
            </a:r>
          </a:p>
          <a:p>
            <a:pPr>
              <a:defRPr sz="1800">
                <a:latin typeface="Calibri"/>
              </a:defRPr>
            </a:pPr>
            <a:r>
              <a:t>Scale successful pilots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